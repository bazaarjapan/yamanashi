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58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5E87-F7C8-4406-ABB7-9954EC9DBEE6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FAA83-CE1F-4FEF-8CCC-9125D1B243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6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このスライドでは、山梨県に観光客が来ていないのではなく、来訪先と宿泊に偏りがあることを示す。
県全体の観光入込客は</a:t>
            </a:r>
            <a:r>
              <a:rPr kumimoji="1" lang="en-US" altLang="ja-JP"/>
              <a:t>3,158</a:t>
            </a:r>
            <a:r>
              <a:rPr kumimoji="1" lang="ja-JP" altLang="en-US"/>
              <a:t>万</a:t>
            </a:r>
            <a:r>
              <a:rPr kumimoji="1" lang="en-US" altLang="ja-JP"/>
              <a:t>8</a:t>
            </a:r>
            <a:r>
              <a:rPr kumimoji="1" lang="ja-JP" altLang="en-US"/>
              <a:t>千人だが、</a:t>
            </a:r>
            <a:r>
              <a:rPr kumimoji="1" lang="en-US" altLang="ja-JP"/>
              <a:t>54.8</a:t>
            </a:r>
            <a:r>
              <a:rPr kumimoji="1" lang="ja-JP" altLang="en-US"/>
              <a:t>％が富士・東部圏域に集中している。
甲府市調査では宿泊が</a:t>
            </a:r>
            <a:r>
              <a:rPr kumimoji="1" lang="en-US" altLang="ja-JP"/>
              <a:t>26.4</a:t>
            </a:r>
            <a:r>
              <a:rPr kumimoji="1" lang="ja-JP" altLang="en-US"/>
              <a:t>％であり、甲府で過ごす時間を伸ばす余地がある。
</a:t>
            </a:r>
            <a:r>
              <a:rPr kumimoji="1" lang="en-US" altLang="ja-JP"/>
              <a:t>[Sources]
- https://www.pref.yamanashi.jp/documents/2062/02gaiyou2024.pdf
- https://www.city.kofu.yamanashi.jp/kanko/shise/shisaku/shise/sangyo/documents/shiryo2.pdf
[/Sources]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FAA83-CE1F-4FEF-8CCC-9125D1B2431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1314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KOFU 24H</a:t>
            </a:r>
            <a:r>
              <a:rPr kumimoji="1" lang="ja-JP" altLang="en-US"/>
              <a:t>は、新しい施設を建てる案ではない。
甲府駅、昇仙峡、湯村温泉、中心街、地場産業を、翌朝までの予約可能な行程としてつなぐ提案である。
移動、体験、宿泊を別々に探す負担を減らし、甲府に泊まる理由をつくる。
</a:t>
            </a:r>
            <a:r>
              <a:rPr kumimoji="1" lang="en-US" altLang="ja-JP"/>
              <a:t>[Sources]
- report.md</a:t>
            </a:r>
            <a:r>
              <a:rPr kumimoji="1" lang="ja-JP" altLang="en-US"/>
              <a:t>「</a:t>
            </a:r>
            <a:r>
              <a:rPr kumimoji="1" lang="en-US" altLang="ja-JP"/>
              <a:t>4</a:t>
            </a:r>
            <a:r>
              <a:rPr kumimoji="1" lang="ja-JP" altLang="en-US"/>
              <a:t>．</a:t>
            </a:r>
            <a:r>
              <a:rPr kumimoji="1" lang="en-US" altLang="ja-JP"/>
              <a:t>『KOFU 24H』</a:t>
            </a:r>
            <a:r>
              <a:rPr kumimoji="1" lang="ja-JP" altLang="en-US"/>
              <a:t>の提案」
</a:t>
            </a:r>
            <a:r>
              <a:rPr kumimoji="1" lang="en-US" altLang="ja-JP"/>
              <a:t>- https://www.city.kofu.yamanashi.jp/kanko/shise/shisaku/shise/sangyo/documents/shiryo2.pdf
[/Sources]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FAA83-CE1F-4FEF-8CCC-9125D1B2431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672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提案の実現可能性は、計画書だけでは判断できない。
</a:t>
            </a:r>
            <a:r>
              <a:rPr kumimoji="1" lang="en-US" altLang="ja-JP"/>
              <a:t>20</a:t>
            </a:r>
            <a:r>
              <a:rPr kumimoji="1" lang="ja-JP" altLang="en-US"/>
              <a:t>事業者、</a:t>
            </a:r>
            <a:r>
              <a:rPr kumimoji="1" lang="en-US" altLang="ja-JP"/>
              <a:t>3</a:t>
            </a:r>
            <a:r>
              <a:rPr kumimoji="1" lang="ja-JP" altLang="en-US"/>
              <a:t>コース、</a:t>
            </a:r>
            <a:r>
              <a:rPr kumimoji="1" lang="en-US" altLang="ja-JP"/>
              <a:t>100</a:t>
            </a:r>
            <a:r>
              <a:rPr kumimoji="1" lang="ja-JP" altLang="en-US"/>
              <a:t>日という小規模な実証から始める。
学生は調査、動画制作、データ分析に参加し、滞在時間、宿泊率、消費額、市民への影響を測る。
</a:t>
            </a:r>
            <a:r>
              <a:rPr kumimoji="1" lang="en-US" altLang="ja-JP"/>
              <a:t>20</a:t>
            </a:r>
            <a:r>
              <a:rPr kumimoji="1" lang="ja-JP" altLang="en-US"/>
              <a:t>事業者、</a:t>
            </a:r>
            <a:r>
              <a:rPr kumimoji="1" lang="en-US" altLang="ja-JP"/>
              <a:t>3</a:t>
            </a:r>
            <a:r>
              <a:rPr kumimoji="1" lang="ja-JP" altLang="en-US"/>
              <a:t>コース、</a:t>
            </a:r>
            <a:r>
              <a:rPr kumimoji="1" lang="en-US" altLang="ja-JP"/>
              <a:t>100</a:t>
            </a:r>
            <a:r>
              <a:rPr kumimoji="1" lang="ja-JP" altLang="en-US"/>
              <a:t>日は本提案の試算であり、行政の公式目標ではない。
</a:t>
            </a:r>
            <a:r>
              <a:rPr kumimoji="1" lang="en-US" altLang="ja-JP"/>
              <a:t>[Sources]
- report.md</a:t>
            </a:r>
            <a:r>
              <a:rPr kumimoji="1" lang="ja-JP" altLang="en-US"/>
              <a:t>「</a:t>
            </a:r>
            <a:r>
              <a:rPr kumimoji="1" lang="en-US" altLang="ja-JP"/>
              <a:t>5</a:t>
            </a:r>
            <a:r>
              <a:rPr kumimoji="1" lang="ja-JP" altLang="en-US"/>
              <a:t>．</a:t>
            </a:r>
            <a:r>
              <a:rPr kumimoji="1" lang="en-US" altLang="ja-JP"/>
              <a:t>100</a:t>
            </a:r>
            <a:r>
              <a:rPr kumimoji="1" lang="ja-JP" altLang="en-US"/>
              <a:t>日間の実証」「</a:t>
            </a:r>
            <a:r>
              <a:rPr kumimoji="1" lang="en-US" altLang="ja-JP"/>
              <a:t>6</a:t>
            </a:r>
            <a:r>
              <a:rPr kumimoji="1" lang="ja-JP" altLang="en-US"/>
              <a:t>．山梨大学が参加する意義」
</a:t>
            </a:r>
            <a:r>
              <a:rPr kumimoji="1" lang="en-US" altLang="ja-JP"/>
              <a:t>[/Sources]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FAA83-CE1F-4FEF-8CCC-9125D1B2431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67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5C556B-1807-B497-1897-5CF0676F7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2A4584E-80F0-5F75-4616-72C288457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14A6A8-0107-1005-04A9-D5AC4C282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A1B8-6476-47E8-92C5-EFC9FE1A5236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EBB2D0-DFB1-E2BB-6DD9-D6D77E2C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1B1023-80DF-CED1-7588-8D277941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A91B-CF14-42F2-85D2-01FAD403A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891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DD10C5-8F6B-73FA-7B65-AB375A676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55B2C5-C93D-F77A-DC61-70439F751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94FC54-CC3B-C2AF-FA2C-90E2DCCF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A1B8-6476-47E8-92C5-EFC9FE1A5236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927A94-2C31-D920-C454-5933C896B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5A74F7-005E-DB06-BCDB-790C677A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A91B-CF14-42F2-85D2-01FAD403A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6713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2E56F8-57B7-70CE-128D-859C3EB2B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59C2BF-EECA-D1B6-C192-6370E3C10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288EC6-E737-BFD8-BD7F-FFD534E3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A1B8-6476-47E8-92C5-EFC9FE1A5236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621E8F-9FCF-890E-7B64-896CF0A31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0BCC1E-120A-1BB9-CF87-D761EA1F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A91B-CF14-42F2-85D2-01FAD403A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877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3E112C-EF92-C87D-059F-A6530CCDC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2D03FA-6527-503A-772F-8C2B4BEF0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1DBE78-61C8-2195-9158-48F89A2F1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7CBD45-A50A-5F81-6177-B3A1DDC11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A1B8-6476-47E8-92C5-EFC9FE1A5236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152851C-7B84-1574-CD88-84BB9832A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FEBBB1-D22C-5C99-BA5A-6E16F3E0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A91B-CF14-42F2-85D2-01FAD403A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7463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7A6E4F-436A-8C5C-7E08-7CCE4B032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20A251-8592-79D0-063F-8F05D993F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417840-D06B-9736-5195-1C0FEA530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CAE026-B37E-E8A0-77C0-B290378A0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5FCB92E-8629-82F3-4529-30ACA5F5CF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D4F0A6C-A134-F7B3-17F9-58B8A1060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A1B8-6476-47E8-92C5-EFC9FE1A5236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74CCAD5-FC3D-4274-4D81-90370EA70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D528614-523D-5B26-C8F1-74A17C39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A91B-CF14-42F2-85D2-01FAD403A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997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FB03CD-740C-7273-1E5C-951C601D7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5F261B-6488-3FFB-FFF8-DBDB0EC15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A1B8-6476-47E8-92C5-EFC9FE1A5236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5F3B1-E580-4453-8FDE-BBBABAD8F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04EF4D9-6A02-D88E-0371-243AC1D2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A91B-CF14-42F2-85D2-01FAD403A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136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A95DF2A-85E4-F84C-A222-59DBD5F6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A1B8-6476-47E8-92C5-EFC9FE1A5236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87C068D-5FF4-D640-D3B0-F78728FD8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4FAE16-226C-7350-02C4-1B2EBA34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A91B-CF14-42F2-85D2-01FAD403A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405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57E3F3-C08C-271A-2C3F-67D8EA79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A0585D-5170-703B-2947-F37101B6A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C33D72-86D5-3ACB-BB5E-809AC6637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1D6E48-7A81-3432-9DA3-381EFD0A4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A1B8-6476-47E8-92C5-EFC9FE1A5236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9BE925-8F2E-5943-F0C0-A69CC758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E6083A-3D36-379D-11A7-1160F501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A91B-CF14-42F2-85D2-01FAD403A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73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EFB7F1-6387-BF48-CCEE-8ED1A7B40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F140CC5-9E4D-ED64-90DA-5F6A4A017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16D1E5-235D-65E2-626D-273BEEC7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920262-4A46-8E32-9997-2414E372B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A1B8-6476-47E8-92C5-EFC9FE1A5236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85F1EC-CE83-DBFC-E276-5BDFC8DC0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C0C77D-6093-5F4A-3117-145F25FD2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A91B-CF14-42F2-85D2-01FAD403A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340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914F9A-F0DA-CCE8-3735-E6C968474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F147B7-9AC0-DF40-F61B-40CA9ED94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8EF121-849B-9AA3-AC97-B1C91427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A1B8-6476-47E8-92C5-EFC9FE1A5236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A59655-2219-DFFB-5294-6718890D6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2595C3-6AA7-4D61-2177-8FF93906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A91B-CF14-42F2-85D2-01FAD403A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45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9B4E106-4353-AC2A-9205-6159AD0CA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2E572B-8723-0BB3-8A83-68DBC6BAB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30A45C-D1DE-A940-12DA-D04FA3A71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A1B8-6476-47E8-92C5-EFC9FE1A5236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CF2BCE-EBC3-413D-1EED-0405EA0D0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031535-A63C-C35B-AA0E-CCA046B0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A91B-CF14-42F2-85D2-01FAD403A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4827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AB50A3-A129-78A7-8A79-7FB78CB98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E4D8FE-77D2-86EC-CC8A-A72BA3FEC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2283CE-382F-C0CA-D446-67A273880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BA1B8-6476-47E8-92C5-EFC9FE1A5236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641476-B091-1F08-D588-658EAEA90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EDC4CA-ED01-192D-D066-65906DDFF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CA91B-CF14-42F2-85D2-01FAD403A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4723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観光客は来ている。甲府に泊まっていない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Gen Slide 01">
            <a:extLst>
              <a:ext uri="{FF2B5EF4-FFF2-40B4-BE49-F238E27FC236}">
                <a16:creationId xmlns:a16="http://schemas.microsoft.com/office/drawing/2014/main" id="{6D3D6765-6912-244F-7C6C-5BECD6E2E1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272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点をつなげば、甲府に泊まる理由ができる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Gen Slide 02">
            <a:extLst>
              <a:ext uri="{FF2B5EF4-FFF2-40B4-BE49-F238E27FC236}">
                <a16:creationId xmlns:a16="http://schemas.microsoft.com/office/drawing/2014/main" id="{42C463AC-6875-7056-37AC-D18117E8540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1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100日で試し、山梨大学が効果を測る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Gen Slide 03">
            <a:extLst>
              <a:ext uri="{FF2B5EF4-FFF2-40B4-BE49-F238E27FC236}">
                <a16:creationId xmlns:a16="http://schemas.microsoft.com/office/drawing/2014/main" id="{76D72F50-B154-2ABB-2C5B-76071E00673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80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ユーザー設定</PresentationFormat>
  <Paragraphs>6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ANDO NOBORU</dc:creator>
  <cp:lastModifiedBy>ANDO NOBORU</cp:lastModifiedBy>
  <cp:revision>1</cp:revision>
  <dcterms:created xsi:type="dcterms:W3CDTF">2026-08-18T02:46:07Z</dcterms:created>
  <dcterms:modified xsi:type="dcterms:W3CDTF">2026-08-18T02:46:07Z</dcterms:modified>
</cp:coreProperties>
</file>